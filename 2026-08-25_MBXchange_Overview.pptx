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framing: MBXchange turns spare capacity and cross-team requests into a managed, visible process. Everything else follows from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capacity visibility — it is the one leadership already feels the absence of. The other three follow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spine first, then point at each surface. Do not read the cards out — they are signposts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live. Q2 (budget/capacity leakage) and Q4 (definition of failure) are the two that decide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PLATFORM  ·  MERCEDES-BENZ R&amp;D INDIA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pPr indent="0" marL="0">
              <a:buNone/>
            </a:pPr>
            <a:r>
              <a:rPr lang="en-US" sz="4800" b="1" dirty="0">
                <a:solidFill>
                  <a:srgbClr val="5AA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8470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9FC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beyond your day-to-day work.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9572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place where a team can post work it needs help with, and any employee can lend the hours and skills they actually have — with every request routed through the right approvals and recorded as a track record.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3913632"/>
            <a:ext cx="3514344" cy="1572768"/>
          </a:xfrm>
          <a:prstGeom prst="roundRect">
            <a:avLst>
              <a:gd name="adj" fmla="val 5814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4206240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72184" y="4178808"/>
            <a:ext cx="238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across teams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72184" y="4462272"/>
            <a:ext cx="2380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requirement with the effort and skills it needs.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7304" y="3913632"/>
            <a:ext cx="3514344" cy="1572768"/>
          </a:xfrm>
          <a:prstGeom prst="roundRect">
            <a:avLst>
              <a:gd name="adj" fmla="val 5814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3336" y="4206240"/>
            <a:ext cx="420624" cy="420624"/>
          </a:xfrm>
          <a:prstGeom prst="ellipse">
            <a:avLst/>
          </a:prstGeom>
          <a:solidFill>
            <a:srgbClr val="0E6D8C"/>
          </a:solidFill>
          <a:ln w="12700">
            <a:solidFill>
              <a:srgbClr val="0E6D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3336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5128" y="4178808"/>
            <a:ext cx="238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real capacity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5128" y="4462272"/>
            <a:ext cx="2380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is scored on declared skills and hours actually free.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0248" y="3913632"/>
            <a:ext cx="3514344" cy="1572768"/>
          </a:xfrm>
          <a:prstGeom prst="roundRect">
            <a:avLst>
              <a:gd name="adj" fmla="val 5814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6280" y="4206240"/>
            <a:ext cx="420624" cy="420624"/>
          </a:xfrm>
          <a:prstGeom prst="ellipse">
            <a:avLst/>
          </a:prstGeom>
          <a:solidFill>
            <a:srgbClr val="8A5A0C"/>
          </a:solidFill>
          <a:ln w="12700">
            <a:solidFill>
              <a:srgbClr val="8A5A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628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58072" y="4178808"/>
            <a:ext cx="238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work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58072" y="4462272"/>
            <a:ext cx="2380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hours become badges, tiers and a visible score.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B8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·  Collaborate  ·  Contribute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 for the organisation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shifts, all of them measurable from day one.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00784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11680"/>
            <a:ext cx="310896" cy="3108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80744" y="1975104"/>
            <a:ext cx="4219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capacity becomes visible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542032"/>
            <a:ext cx="46954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hours are declared, not guessed at. Work goes to people who genuinely have room for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700784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8252" y="2011680"/>
            <a:ext cx="310896" cy="310896"/>
          </a:xfrm>
          <a:prstGeom prst="ellipse">
            <a:avLst/>
          </a:prstGeom>
          <a:solidFill>
            <a:srgbClr val="0E6D8C"/>
          </a:solidFill>
          <a:ln w="12700">
            <a:solidFill>
              <a:srgbClr val="0E6D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63740" y="1975104"/>
            <a:ext cx="4219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help stops being informal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8252" y="2542032"/>
            <a:ext cx="46954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Favours asked over chat become tracked requests with an owner, an effort estimate and an outcome.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79476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5256" y="4105656"/>
            <a:ext cx="310896" cy="310896"/>
          </a:xfrm>
          <a:prstGeom prst="ellipse">
            <a:avLst/>
          </a:prstGeom>
          <a:solidFill>
            <a:srgbClr val="10715A"/>
          </a:solidFill>
          <a:ln w="12700">
            <a:solidFill>
              <a:srgbClr val="1071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0744" y="4069080"/>
            <a:ext cx="4219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decisions carry evidence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4636008"/>
            <a:ext cx="46954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approves against declared hours and a capacity check, not against a feeling about workload.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7356" y="379476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8252" y="4105656"/>
            <a:ext cx="310896" cy="310896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63740" y="4069080"/>
            <a:ext cx="4219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growth becomes measurable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4636008"/>
            <a:ext cx="46954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surface from real demand, and the sessions and badges that close them are recorded per person.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870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work that already happens informally becomes visible, approved and credited.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and what is inside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moves left to right; the platform carries it the whole way.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259918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2104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1975104"/>
            <a:ext cx="2123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226771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skills, seats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4690" y="2066544"/>
            <a:ext cx="118872" cy="128016"/>
          </a:xfrm>
          <a:prstGeom prst="rightArrow">
            <a:avLst/>
          </a:prstGeom>
          <a:solidFill>
            <a:srgbClr val="A9B3C1"/>
          </a:solidFill>
          <a:ln w="12700">
            <a:solidFill>
              <a:srgbClr val="A9B3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4710" y="1627632"/>
            <a:ext cx="259918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2454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2454" y="1975104"/>
            <a:ext cx="2123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32454" y="226771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scored on capacity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066544"/>
            <a:ext cx="118872" cy="128016"/>
          </a:xfrm>
          <a:prstGeom prst="rightArrow">
            <a:avLst/>
          </a:prstGeom>
          <a:solidFill>
            <a:srgbClr val="A9B3C1"/>
          </a:solidFill>
          <a:ln w="12700">
            <a:solidFill>
              <a:srgbClr val="A9B3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5060" y="1627632"/>
            <a:ext cx="2599182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32804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32804" y="1975104"/>
            <a:ext cx="2123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32804" y="226771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then manager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35390" y="2066544"/>
            <a:ext cx="118872" cy="128016"/>
          </a:xfrm>
          <a:prstGeom prst="rightArrow">
            <a:avLst/>
          </a:prstGeom>
          <a:solidFill>
            <a:srgbClr val="A9B3C1"/>
          </a:solidFill>
          <a:ln w="12700">
            <a:solidFill>
              <a:srgbClr val="A9B3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95410" y="1627632"/>
            <a:ext cx="2599182" cy="1024128"/>
          </a:xfrm>
          <a:prstGeom prst="roundRect">
            <a:avLst>
              <a:gd name="adj" fmla="val 8036"/>
            </a:avLst>
          </a:prstGeom>
          <a:solidFill>
            <a:srgbClr val="E4EDF8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33154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33154" y="1975104"/>
            <a:ext cx="2123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33154" y="226771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tier, score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62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 IN THE PRODUCT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346704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" y="362102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34440" y="3593592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" y="4005072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requirements, ranked by fit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7304" y="3346704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3336" y="3621024"/>
            <a:ext cx="256032" cy="256032"/>
          </a:xfrm>
          <a:prstGeom prst="ellipse">
            <a:avLst/>
          </a:prstGeom>
          <a:solidFill>
            <a:srgbClr val="0E6D8C"/>
          </a:solidFill>
          <a:ln w="12700">
            <a:solidFill>
              <a:srgbClr val="0E6D8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77384" y="3593592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Skills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93336" y="4005072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Directory, and direct collaboration requests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80248" y="3346704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36280" y="3621024"/>
            <a:ext cx="256032" cy="256032"/>
          </a:xfrm>
          <a:prstGeom prst="ellipse">
            <a:avLst/>
          </a:prstGeom>
          <a:solidFill>
            <a:srgbClr val="10715A"/>
          </a:solidFill>
          <a:ln w="12700">
            <a:solidFill>
              <a:srgbClr val="107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20328" y="3593592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36280" y="4005072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sign-off with a capacity check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4663440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0392" y="4937760"/>
            <a:ext cx="256032" cy="256032"/>
          </a:xfrm>
          <a:prstGeom prst="ellipse">
            <a:avLst/>
          </a:prstGeom>
          <a:solidFill>
            <a:srgbClr val="8A5A0C"/>
          </a:solidFill>
          <a:ln w="12700">
            <a:solidFill>
              <a:srgbClr val="8A5A0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34440" y="4910328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50392" y="5321808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Colleague-run sessions, with sign-up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37304" y="4663440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3336" y="4937760"/>
            <a:ext cx="256032" cy="256032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77384" y="4910328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593336" y="5321808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gaps, leaderboard, manager reports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80248" y="4663440"/>
            <a:ext cx="3514344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  <a:effectLst>
            <a:outerShdw sx="100000" sy="100000" kx="0" ky="0" algn="bl" rotWithShape="0" blurRad="127000" dist="25400" dir="5400000">
              <a:srgbClr val="16202C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36280" y="4937760"/>
            <a:ext cx="256032" cy="256032"/>
          </a:xfrm>
          <a:prstGeom prst="ellipse">
            <a:avLst/>
          </a:prstGeom>
          <a:solidFill>
            <a:srgbClr val="0E6D8C"/>
          </a:solidFill>
          <a:ln w="12700">
            <a:solidFill>
              <a:srgbClr val="0E6D8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20328" y="4910328"/>
            <a:ext cx="2618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336280" y="5321808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tiers and the contribution score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0350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expect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88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C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here deliberately — we will take these live.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92224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075688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53896" y="1975104"/>
            <a:ext cx="9811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asking someone on Teams — and what stops it becoming another tool nobody opens after month two?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3209544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53896" y="3108960"/>
            <a:ext cx="9811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engineer gives eight hours to another department, whose budget absorbed that, and how do we stop capacity leaking away from the committed roadmap?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059936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434340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53896" y="4242816"/>
            <a:ext cx="9811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check and fit score are rule-based, not learned. When a manager disagrees with the recommendation, who owns the consequences of that approval?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19379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1E2C3C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5477256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53896" y="5376672"/>
            <a:ext cx="9811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adoption look like in the first 90 days, and what specifically would tell us this has failed?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MBXchange Overview</dc:title>
  <dc:subject>PptxGenJS Presentation</dc:subject>
  <dc:creator>MBXchange</dc:creator>
  <cp:lastModifiedBy>MBXchange</cp:lastModifiedBy>
  <cp:revision>1</cp:revision>
  <dcterms:created xsi:type="dcterms:W3CDTF">2026-08-26T15:32:44Z</dcterms:created>
  <dcterms:modified xsi:type="dcterms:W3CDTF">2026-08-26T15:32:44Z</dcterms:modified>
</cp:coreProperties>
</file>